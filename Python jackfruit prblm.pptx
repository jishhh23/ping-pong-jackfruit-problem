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66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4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8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9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86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1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9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1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0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3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843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40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6654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5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29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6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7A7F3CD-A249-4E05-9E5B-4C00F52294F1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FC08718-81E8-4E2E-8B65-D34BB732F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25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35E7-4C54-4376-90AD-7407C9569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Ping pong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ABE4D-22EB-4582-9D97-46BB0A41F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923381"/>
            <a:ext cx="6400800" cy="1947333"/>
          </a:xfrm>
        </p:spPr>
        <p:txBody>
          <a:bodyPr/>
          <a:lstStyle/>
          <a:p>
            <a:r>
              <a:rPr lang="en-US" dirty="0"/>
              <a:t>Python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6B9F58-E6A9-4CE6-B868-C5CB303DE5EC}"/>
              </a:ext>
            </a:extLst>
          </p:cNvPr>
          <p:cNvSpPr/>
          <p:nvPr/>
        </p:nvSpPr>
        <p:spPr>
          <a:xfrm>
            <a:off x="771940" y="4386245"/>
            <a:ext cx="6096000" cy="16635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Jivisha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Aggarwal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Joshika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Chinmayi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Kushal Nandan G</a:t>
            </a:r>
          </a:p>
        </p:txBody>
      </p:sp>
    </p:spTree>
    <p:extLst>
      <p:ext uri="{BB962C8B-B14F-4D97-AF65-F5344CB8AC3E}">
        <p14:creationId xmlns:p14="http://schemas.microsoft.com/office/powerpoint/2010/main" val="414804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D7DB7C-E872-46C6-8871-CD6B32A12108}"/>
              </a:ext>
            </a:extLst>
          </p:cNvPr>
          <p:cNvSpPr/>
          <p:nvPr/>
        </p:nvSpPr>
        <p:spPr>
          <a:xfrm>
            <a:off x="1004047" y="1004047"/>
            <a:ext cx="8857129" cy="422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is a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Python-based Ping Pong Game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created using the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Turtle graphics library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simulates a classic two-player table tennis match with smooth animations, score tracking, sound effects, and a colorful confetti celebration for the winner.</a:t>
            </a:r>
          </a:p>
        </p:txBody>
      </p:sp>
    </p:spTree>
    <p:extLst>
      <p:ext uri="{BB962C8B-B14F-4D97-AF65-F5344CB8AC3E}">
        <p14:creationId xmlns:p14="http://schemas.microsoft.com/office/powerpoint/2010/main" val="3110874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8B1276-2046-45B5-B056-54959EEDD31E}"/>
              </a:ext>
            </a:extLst>
          </p:cNvPr>
          <p:cNvSpPr/>
          <p:nvPr/>
        </p:nvSpPr>
        <p:spPr>
          <a:xfrm>
            <a:off x="1492623" y="1647471"/>
            <a:ext cx="9206753" cy="3324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develop a 2D simulation of table tennis for two players using a graphics library like Turtle.</a:t>
            </a:r>
          </a:p>
        </p:txBody>
      </p:sp>
    </p:spTree>
    <p:extLst>
      <p:ext uri="{BB962C8B-B14F-4D97-AF65-F5344CB8AC3E}">
        <p14:creationId xmlns:p14="http://schemas.microsoft.com/office/powerpoint/2010/main" val="753705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D97712-00D6-4406-9206-38E9045324B8}"/>
              </a:ext>
            </a:extLst>
          </p:cNvPr>
          <p:cNvSpPr/>
          <p:nvPr/>
        </p:nvSpPr>
        <p:spPr>
          <a:xfrm>
            <a:off x="636495" y="1344904"/>
            <a:ext cx="10470776" cy="4168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Explanation: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Created the Game Window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set up the game screen using </a:t>
            </a:r>
            <a:r>
              <a:rPr lang="en-US" sz="28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turtle.Screen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Added title, background color, size, and a table-tennis background image.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Disabled auto-animation using </a:t>
            </a:r>
            <a:r>
              <a:rPr lang="en-US" sz="28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screen.tracer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smoother manual updates.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901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F0B342-DD3E-4FD0-BA8E-04C8C99B9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051674"/>
            <a:ext cx="12819529" cy="4396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Created the Game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Paddle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Made a turtle shape.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Stretched it vertically to look like a paddle.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Positioned it on the left side.</a:t>
            </a:r>
            <a:endParaRPr kumimoji="0" lang="en-US" altLang="en-US" sz="2800" b="0" i="1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Paddle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Same as left paddle, placed on the right side.</a:t>
            </a:r>
            <a:endParaRPr kumimoji="0" lang="en-US" altLang="en-US" sz="2800" b="0" i="1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Created a circle-shaped turtle.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Gave it movement speed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 so it moves diagonally.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737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970509-BF50-41F8-8207-3B0169C08C5D}"/>
              </a:ext>
            </a:extLst>
          </p:cNvPr>
          <p:cNvSpPr/>
          <p:nvPr/>
        </p:nvSpPr>
        <p:spPr>
          <a:xfrm>
            <a:off x="699246" y="556203"/>
            <a:ext cx="7736541" cy="2027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Added Score System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Created variables </a:t>
            </a:r>
            <a:r>
              <a:rPr lang="en-US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score_left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score_right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Displayed the scores on the screen using a separate turtle.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Added winning condition (first to reach 5 points wins).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BDAAF4-2CC0-4029-9263-8948EA0C0611}"/>
              </a:ext>
            </a:extLst>
          </p:cNvPr>
          <p:cNvSpPr/>
          <p:nvPr/>
        </p:nvSpPr>
        <p:spPr>
          <a:xfrm>
            <a:off x="699246" y="2929081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Added Player Names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Displayed “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Chinmayi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and “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Jivisha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 above the scoreboard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C4657-FC8F-4A3E-9C20-B86904744040}"/>
              </a:ext>
            </a:extLst>
          </p:cNvPr>
          <p:cNvSpPr/>
          <p:nvPr/>
        </p:nvSpPr>
        <p:spPr>
          <a:xfrm>
            <a:off x="699246" y="42745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Created Start Screen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message “WELCOME TO PING PONG – Press SPACE to Start”.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Game does not move until the player presses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SPACE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705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09659C-82FE-4528-8AFD-49E990C58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95" y="348916"/>
            <a:ext cx="460703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6. Added Paddle Controls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→ move left paddle up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→ move left paddle down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Arrow Up → move right paddle 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Arrow Down → move right paddle 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SPACE → start game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3D08F-8A2E-456A-94FB-9A393911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95" y="2787557"/>
            <a:ext cx="7335341" cy="34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7. Built the Game Logic (Game Loop)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 the infinite loop: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Ball Movement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Ball keeps moving by adding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Wall Bounce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If ball touches top or bottom walls → it bounces by reversing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If ball crosses right wall → left player scores.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If it crosses left wall → right player scores.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Scoreboard updates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79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C37A6A-9147-48B1-A4D6-53E9AB488130}"/>
              </a:ext>
            </a:extLst>
          </p:cNvPr>
          <p:cNvSpPr/>
          <p:nvPr/>
        </p:nvSpPr>
        <p:spPr>
          <a:xfrm>
            <a:off x="600635" y="463061"/>
            <a:ext cx="6096000" cy="20005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8. Win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When a player reaches 5 points: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Game stops the ball.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Shows "</a:t>
            </a:r>
            <a:r>
              <a:rPr lang="en-US" sz="2000" dirty="0" err="1"/>
              <a:t>Chinmayi</a:t>
            </a:r>
            <a:r>
              <a:rPr lang="en-US" sz="2000" dirty="0"/>
              <a:t> Wins" or "</a:t>
            </a:r>
            <a:r>
              <a:rPr lang="en-US" sz="2000" dirty="0" err="1"/>
              <a:t>Jivisha</a:t>
            </a:r>
            <a:r>
              <a:rPr lang="en-US" sz="2000" dirty="0"/>
              <a:t> Wins".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Plays victory sound.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Starts confetti animation.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C7B61F-F450-48A5-A0B2-B86E139A79CC}"/>
              </a:ext>
            </a:extLst>
          </p:cNvPr>
          <p:cNvSpPr/>
          <p:nvPr/>
        </p:nvSpPr>
        <p:spPr>
          <a:xfrm>
            <a:off x="600635" y="27342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9. Paddle Collision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ball hits left paddle → bounce.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ball hits right paddle → bounce.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98013-5538-4F04-9EFC-205F2EB520C1}"/>
              </a:ext>
            </a:extLst>
          </p:cNvPr>
          <p:cNvSpPr/>
          <p:nvPr/>
        </p:nvSpPr>
        <p:spPr>
          <a:xfrm>
            <a:off x="600635" y="4312948"/>
            <a:ext cx="6096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10. Added Confetti Celebration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Generates 80 mini circle turtles.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Makes them fall randomly.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Creates a colorful celebration animation when someone wins.</a:t>
            </a:r>
          </a:p>
        </p:txBody>
      </p:sp>
    </p:spTree>
    <p:extLst>
      <p:ext uri="{BB962C8B-B14F-4D97-AF65-F5344CB8AC3E}">
        <p14:creationId xmlns:p14="http://schemas.microsoft.com/office/powerpoint/2010/main" val="351741941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499</TotalTime>
  <Words>455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 Unicode MS</vt:lpstr>
      <vt:lpstr>Calibri</vt:lpstr>
      <vt:lpstr>Calibri Light</vt:lpstr>
      <vt:lpstr>Century Gothic</vt:lpstr>
      <vt:lpstr>Courier New</vt:lpstr>
      <vt:lpstr>Symbol</vt:lpstr>
      <vt:lpstr>Times New Roman</vt:lpstr>
      <vt:lpstr>Wingdings 3</vt:lpstr>
      <vt:lpstr>Slice</vt:lpstr>
      <vt:lpstr>Ping pong game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 pong game</dc:title>
  <dc:creator>Manju Mullegowda</dc:creator>
  <cp:lastModifiedBy>Manju Mullegowda</cp:lastModifiedBy>
  <cp:revision>7</cp:revision>
  <dcterms:created xsi:type="dcterms:W3CDTF">2025-11-28T10:10:00Z</dcterms:created>
  <dcterms:modified xsi:type="dcterms:W3CDTF">2025-12-01T17:01:35Z</dcterms:modified>
</cp:coreProperties>
</file>